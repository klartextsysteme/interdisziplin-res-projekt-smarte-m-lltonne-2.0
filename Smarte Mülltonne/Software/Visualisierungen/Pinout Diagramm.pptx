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resa Pelz" userId="ddc31a4f-cfff-4679-a101-1188f26643c0" providerId="ADAL" clId="{EB9D3BDE-398B-4CFF-AA99-85D1121C3E11}"/>
    <pc:docChg chg="modSld">
      <pc:chgData name="Theresa Pelz" userId="ddc31a4f-cfff-4679-a101-1188f26643c0" providerId="ADAL" clId="{EB9D3BDE-398B-4CFF-AA99-85D1121C3E11}" dt="2026-06-24T11:57:51.173" v="17" actId="207"/>
      <pc:docMkLst>
        <pc:docMk/>
      </pc:docMkLst>
      <pc:sldChg chg="addSp modSp mod">
        <pc:chgData name="Theresa Pelz" userId="ddc31a4f-cfff-4679-a101-1188f26643c0" providerId="ADAL" clId="{EB9D3BDE-398B-4CFF-AA99-85D1121C3E11}" dt="2026-06-24T11:57:51.173" v="17" actId="207"/>
        <pc:sldMkLst>
          <pc:docMk/>
          <pc:sldMk cId="713369168" sldId="257"/>
        </pc:sldMkLst>
        <pc:spChg chg="mod">
          <ac:chgData name="Theresa Pelz" userId="ddc31a4f-cfff-4679-a101-1188f26643c0" providerId="ADAL" clId="{EB9D3BDE-398B-4CFF-AA99-85D1121C3E11}" dt="2026-06-24T11:57:51.173" v="17" actId="207"/>
          <ac:spMkLst>
            <pc:docMk/>
            <pc:sldMk cId="713369168" sldId="257"/>
            <ac:spMk id="21" creationId="{D5593BF1-D4AF-67FE-BDED-0677FF5EAD83}"/>
          </ac:spMkLst>
        </pc:spChg>
        <pc:spChg chg="add mod">
          <ac:chgData name="Theresa Pelz" userId="ddc31a4f-cfff-4679-a101-1188f26643c0" providerId="ADAL" clId="{EB9D3BDE-398B-4CFF-AA99-85D1121C3E11}" dt="2026-06-21T10:05:23.002" v="16" actId="404"/>
          <ac:spMkLst>
            <pc:docMk/>
            <pc:sldMk cId="713369168" sldId="257"/>
            <ac:spMk id="34" creationId="{0E926472-E580-FE4E-477A-BB32F0C6E9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ECCEC9-C335-3A54-C31F-DA3E85962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14313DC-7D21-1350-35D2-EA18554DE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DF15F4-E29B-A0F0-1924-4A0CC6D07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50C7E-A74C-4D92-A00C-070A3D78B4C7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80D573-7D9D-C427-D30B-5B1906BFF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DCF1F2-5546-B0FD-41F0-C6D304CA7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3417-7015-44D3-92F1-6D12C9991A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2728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79125D-31D1-5B29-E925-96A88F3B1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59745F-117F-E499-C9A1-9E92C7C5E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186CC9-049F-B831-E614-8A4C7445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50C7E-A74C-4D92-A00C-070A3D78B4C7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74D2FA-7F36-435E-BA56-C9753D300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5D9C3C-08B7-D081-76FE-916A7FB08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3417-7015-44D3-92F1-6D12C9991A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0088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285217-E4F5-8B78-1A23-A9A463EA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631ECC-D547-275E-E689-6A21B2F67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EA2A14-68D9-6F8B-3BAD-090CE6AD2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50C7E-A74C-4D92-A00C-070A3D78B4C7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760E24-F459-B065-77D3-9E55190D2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11AD83-D832-FD74-0A0E-96C6F111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3417-7015-44D3-92F1-6D12C9991A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9109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9DAD1B-74BA-E5FB-F00E-FD4817A7A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B8F80D-EF59-5AD6-3452-6BF02CC55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BA4F5E9-0FD4-0791-CBD4-AB67E467D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7273D1-369B-E78F-D9C7-62AB59ED4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50C7E-A74C-4D92-A00C-070A3D78B4C7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206AE75-3D8F-E4D9-7C74-49D6BC1B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736F41-C9D8-D0F2-D64B-8C4D4996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3417-7015-44D3-92F1-6D12C9991A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8088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5431B5-3410-1671-E722-98AA6FCA6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920548-80A3-5A74-A666-9CC9C856E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9131EF-071F-8BAE-7692-747425B9B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266B3FA-479B-63D0-DDB6-DEF8705DA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5075563-E1FA-2E72-05D8-EB8D3CB31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B561B0D-9207-7D17-1CAF-FBC0CC5D4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50C7E-A74C-4D92-A00C-070A3D78B4C7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24942D8-9029-81B6-9C0D-47DF94FC0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82940F7-E6FF-D967-098E-87A8884F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3417-7015-44D3-92F1-6D12C9991A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503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A50C16-EF18-9DA8-4A44-00288515D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8D1D6CD-494F-6827-B615-6DBF5C8FA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50C7E-A74C-4D92-A00C-070A3D78B4C7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1AD8410-0B41-BDDB-F3F0-6B4E0B6B7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12D7ED8-9393-360A-14AA-2ACD7B3E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3417-7015-44D3-92F1-6D12C9991A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7148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ECA1C1-B664-5066-84B4-1E3C7D363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50C7E-A74C-4D92-A00C-070A3D78B4C7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00E063E-56A8-F083-98A3-F5360944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29B01A-B948-F8BA-B8AD-1A7CF3511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3417-7015-44D3-92F1-6D12C9991A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1946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8B3F1F-3AEA-CDBA-DE1A-EEA70E154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E98A86-3A6B-ADB1-8520-60EBE77F0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BB636D-FA33-C542-7F40-F41AB34BD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870EC6-6DD1-843D-D6D0-4A9AA5F91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50C7E-A74C-4D92-A00C-070A3D78B4C7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45F247-6159-6E49-EC9D-0B44138C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09C0D8-9DDD-1800-4137-5CCF681BA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3417-7015-44D3-92F1-6D12C9991A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6725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8F5487-0659-129C-AA70-ABE5C120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BE5BC36-5F4A-07EE-967E-CB00699F48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B390D63-0437-EACA-87A7-EB35F74DA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B25D76-0855-DF32-BB2F-775F604F1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50C7E-A74C-4D92-A00C-070A3D78B4C7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93D23F-E1AF-265B-A6AE-A2FE5A4D1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7F86B0-A5F8-DEB1-C083-67AF5908D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3417-7015-44D3-92F1-6D12C9991A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6971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6539C-DC31-2CBD-5621-4C0B3500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92E486C-8143-12B7-7190-844467BE9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6BC827-F2C4-B5E6-630E-D4301B7C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50C7E-A74C-4D92-A00C-070A3D78B4C7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E9118C-8F4C-F566-713B-20FD7925F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36217F-325A-0794-621C-200F4F58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3417-7015-44D3-92F1-6D12C9991A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481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1AD0A8E-B1A3-4BEA-C6A8-C5C9A8B225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50876A-AF83-1AE6-C2A2-EED3C521A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6AB3ED-B91C-8263-3125-5664BA73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50C7E-A74C-4D92-A00C-070A3D78B4C7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0AAABA-0828-2B3D-15CB-01794B3EE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F3B78A-5DD8-5FCA-BC31-41BDEAD9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E3417-7015-44D3-92F1-6D12C9991A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5435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AFDFC6C-C4C0-7EFF-38EE-489DCA00B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0BF943-0ADD-E59B-77BF-DDB4862CC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ACE90C-AA62-BA22-0393-11C084E31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50C7E-A74C-4D92-A00C-070A3D78B4C7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9FF07E-13C0-039E-0A90-B7CA4755E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ED5089-FB85-49CB-96B4-C2DB09EEF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E3417-7015-44D3-92F1-6D12C9991A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465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92659FE-C21B-8A4D-BD10-333F74F36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82" y="0"/>
            <a:ext cx="11088262" cy="682437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724492E6-5338-9270-79A0-A8F6E909F435}"/>
              </a:ext>
            </a:extLst>
          </p:cNvPr>
          <p:cNvSpPr/>
          <p:nvPr/>
        </p:nvSpPr>
        <p:spPr>
          <a:xfrm>
            <a:off x="4626864" y="2368296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MUX S0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AA40D78-E5DB-C1EE-1F4C-3ECE11CE9450}"/>
              </a:ext>
            </a:extLst>
          </p:cNvPr>
          <p:cNvSpPr/>
          <p:nvPr/>
        </p:nvSpPr>
        <p:spPr>
          <a:xfrm>
            <a:off x="4626864" y="2569464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MUX S1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0065A3A-E424-60AE-7525-7A508C07B607}"/>
              </a:ext>
            </a:extLst>
          </p:cNvPr>
          <p:cNvSpPr/>
          <p:nvPr/>
        </p:nvSpPr>
        <p:spPr>
          <a:xfrm>
            <a:off x="4626864" y="2770632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MUX S2</a:t>
            </a:r>
            <a:endParaRPr lang="de-DE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3ACC518-AABA-FABD-92B0-B5BA8B807F3D}"/>
              </a:ext>
            </a:extLst>
          </p:cNvPr>
          <p:cNvSpPr/>
          <p:nvPr/>
        </p:nvSpPr>
        <p:spPr>
          <a:xfrm>
            <a:off x="4626864" y="2976372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MUX S3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6F387D5-FC6B-46CB-56FC-ED6E6836DAF6}"/>
              </a:ext>
            </a:extLst>
          </p:cNvPr>
          <p:cNvSpPr/>
          <p:nvPr/>
        </p:nvSpPr>
        <p:spPr>
          <a:xfrm>
            <a:off x="4626864" y="3412185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 dirty="0"/>
              <a:t>US + Füllstand TRIG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74893B7-67FB-E91C-2BCA-7A2EC85AA879}"/>
              </a:ext>
            </a:extLst>
          </p:cNvPr>
          <p:cNvSpPr/>
          <p:nvPr/>
        </p:nvSpPr>
        <p:spPr>
          <a:xfrm>
            <a:off x="5584137" y="2976372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MUX SIG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EC9EEE4-C33C-898B-0988-78C365592BFD}"/>
              </a:ext>
            </a:extLst>
          </p:cNvPr>
          <p:cNvSpPr/>
          <p:nvPr/>
        </p:nvSpPr>
        <p:spPr>
          <a:xfrm>
            <a:off x="5584137" y="3412185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 dirty="0"/>
              <a:t>Spannungsteiler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EF25083-514B-B993-3F6A-9CAF39F5B621}"/>
              </a:ext>
            </a:extLst>
          </p:cNvPr>
          <p:cNvSpPr/>
          <p:nvPr/>
        </p:nvSpPr>
        <p:spPr>
          <a:xfrm>
            <a:off x="4626864" y="3844899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Motor R STEP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29469EF-31C7-C40E-5348-AEDEF131A91D}"/>
              </a:ext>
            </a:extLst>
          </p:cNvPr>
          <p:cNvSpPr/>
          <p:nvPr/>
        </p:nvSpPr>
        <p:spPr>
          <a:xfrm>
            <a:off x="4626864" y="4055365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50" dirty="0"/>
              <a:t>Motor R ENABLE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5E9DD42-6630-9E52-D05E-B5CBE8D48815}"/>
              </a:ext>
            </a:extLst>
          </p:cNvPr>
          <p:cNvSpPr/>
          <p:nvPr/>
        </p:nvSpPr>
        <p:spPr>
          <a:xfrm>
            <a:off x="4626864" y="4457701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Motor L DIR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81F056D-2CBD-F44C-080E-0C170B2BD404}"/>
              </a:ext>
            </a:extLst>
          </p:cNvPr>
          <p:cNvSpPr/>
          <p:nvPr/>
        </p:nvSpPr>
        <p:spPr>
          <a:xfrm>
            <a:off x="4626864" y="4658869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Motor L STEP</a:t>
            </a:r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46141D3-D648-355B-38D0-6CF58C2E87F1}"/>
              </a:ext>
            </a:extLst>
          </p:cNvPr>
          <p:cNvSpPr/>
          <p:nvPr/>
        </p:nvSpPr>
        <p:spPr>
          <a:xfrm>
            <a:off x="4626864" y="4860037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50" dirty="0"/>
              <a:t>Motor L ENABLE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DDBD53D-03A7-2B32-A4F5-088D1B12275A}"/>
              </a:ext>
            </a:extLst>
          </p:cNvPr>
          <p:cNvSpPr/>
          <p:nvPr/>
        </p:nvSpPr>
        <p:spPr>
          <a:xfrm>
            <a:off x="4626864" y="5080029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Motor R DIR</a:t>
            </a:r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5593BF1-D4AF-67FE-BDED-0677FF5EAD83}"/>
              </a:ext>
            </a:extLst>
          </p:cNvPr>
          <p:cNvSpPr/>
          <p:nvPr/>
        </p:nvSpPr>
        <p:spPr>
          <a:xfrm>
            <a:off x="5584137" y="1965960"/>
            <a:ext cx="792000" cy="15544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Konverter </a:t>
            </a:r>
            <a:endParaRPr lang="de-DE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C3EB243-86D5-FD8E-7A05-11DA6614DF64}"/>
              </a:ext>
            </a:extLst>
          </p:cNvPr>
          <p:cNvSpPr/>
          <p:nvPr/>
        </p:nvSpPr>
        <p:spPr>
          <a:xfrm>
            <a:off x="5584137" y="5080029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Touch SCK</a:t>
            </a:r>
            <a:endParaRPr lang="de-DE" dirty="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1929955-BC87-EAE5-C210-4322B4B89540}"/>
              </a:ext>
            </a:extLst>
          </p:cNvPr>
          <p:cNvSpPr/>
          <p:nvPr/>
        </p:nvSpPr>
        <p:spPr>
          <a:xfrm>
            <a:off x="5584137" y="4860037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Touch MOSI</a:t>
            </a:r>
            <a:endParaRPr lang="de-DE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B1873659-D2B8-344C-D197-5FF0568DD824}"/>
              </a:ext>
            </a:extLst>
          </p:cNvPr>
          <p:cNvSpPr/>
          <p:nvPr/>
        </p:nvSpPr>
        <p:spPr>
          <a:xfrm>
            <a:off x="5584137" y="4658869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Display DC</a:t>
            </a:r>
            <a:endParaRPr lang="de-DE" dirty="0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C86FC1DF-6E0D-7697-8A08-9344937EC077}"/>
              </a:ext>
            </a:extLst>
          </p:cNvPr>
          <p:cNvSpPr/>
          <p:nvPr/>
        </p:nvSpPr>
        <p:spPr>
          <a:xfrm>
            <a:off x="5584137" y="4457701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Display RST</a:t>
            </a:r>
            <a:endParaRPr lang="de-DE" dirty="0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7887BAD6-DEEB-0C2D-7125-1DC50D80801D}"/>
              </a:ext>
            </a:extLst>
          </p:cNvPr>
          <p:cNvSpPr/>
          <p:nvPr/>
        </p:nvSpPr>
        <p:spPr>
          <a:xfrm>
            <a:off x="5584137" y="4053332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Touch CS</a:t>
            </a:r>
            <a:endParaRPr lang="de-DE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47E3711A-5F43-6D43-8A6C-57047176A656}"/>
              </a:ext>
            </a:extLst>
          </p:cNvPr>
          <p:cNvSpPr/>
          <p:nvPr/>
        </p:nvSpPr>
        <p:spPr>
          <a:xfrm>
            <a:off x="5584137" y="3613556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Touch IRQ</a:t>
            </a:r>
            <a:endParaRPr lang="de-DE" dirty="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C7594DE-1E11-A10A-ADA7-03E3DD812CE3}"/>
              </a:ext>
            </a:extLst>
          </p:cNvPr>
          <p:cNvSpPr/>
          <p:nvPr/>
        </p:nvSpPr>
        <p:spPr>
          <a:xfrm>
            <a:off x="5584137" y="5719507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Touch MISO</a:t>
            </a:r>
            <a:endParaRPr lang="de-DE" dirty="0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F44614DB-66DF-3D81-76B5-D0F87E4B7DD8}"/>
              </a:ext>
            </a:extLst>
          </p:cNvPr>
          <p:cNvSpPr/>
          <p:nvPr/>
        </p:nvSpPr>
        <p:spPr>
          <a:xfrm>
            <a:off x="5584137" y="5499515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Display CS</a:t>
            </a:r>
            <a:endParaRPr lang="de-DE" dirty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F0C3CB0F-7B89-7A8A-F502-4706B835F3A2}"/>
              </a:ext>
            </a:extLst>
          </p:cNvPr>
          <p:cNvSpPr/>
          <p:nvPr/>
        </p:nvSpPr>
        <p:spPr>
          <a:xfrm>
            <a:off x="4626864" y="1745568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Buzzer</a:t>
            </a:r>
            <a:endParaRPr lang="de-DE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E926472-E580-FE4E-477A-BB32F0C6E98C}"/>
              </a:ext>
            </a:extLst>
          </p:cNvPr>
          <p:cNvSpPr/>
          <p:nvPr/>
        </p:nvSpPr>
        <p:spPr>
          <a:xfrm>
            <a:off x="4626864" y="1963474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/>
              <a:t>Magnetschalter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713369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CH74HC4067 Module Pinout Diagram">
            <a:extLst>
              <a:ext uri="{FF2B5EF4-FFF2-40B4-BE49-F238E27FC236}">
                <a16:creationId xmlns:a16="http://schemas.microsoft.com/office/drawing/2014/main" id="{306A0C66-A867-10B9-6D49-6452FA770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903" y="767798"/>
            <a:ext cx="5714081" cy="51435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33202A31-642D-0C80-D5D1-55148B6B7A67}"/>
              </a:ext>
            </a:extLst>
          </p:cNvPr>
          <p:cNvSpPr/>
          <p:nvPr/>
        </p:nvSpPr>
        <p:spPr>
          <a:xfrm>
            <a:off x="3816430" y="4853079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Linie 1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54EF26B-165B-0AEE-B952-EE6E3FB45BBC}"/>
              </a:ext>
            </a:extLst>
          </p:cNvPr>
          <p:cNvSpPr/>
          <p:nvPr/>
        </p:nvSpPr>
        <p:spPr>
          <a:xfrm>
            <a:off x="3816430" y="4594661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Linie 2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91F223C-1681-9361-F2E4-E6E2FF28C4AE}"/>
              </a:ext>
            </a:extLst>
          </p:cNvPr>
          <p:cNvSpPr/>
          <p:nvPr/>
        </p:nvSpPr>
        <p:spPr>
          <a:xfrm>
            <a:off x="3816430" y="4336243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Linie 3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E458975-A18B-2848-597B-ABB30AE91D69}"/>
              </a:ext>
            </a:extLst>
          </p:cNvPr>
          <p:cNvSpPr/>
          <p:nvPr/>
        </p:nvSpPr>
        <p:spPr>
          <a:xfrm>
            <a:off x="3816430" y="4051586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Linie 4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63AE42D-73F6-0188-E6B2-163AA0521F48}"/>
              </a:ext>
            </a:extLst>
          </p:cNvPr>
          <p:cNvSpPr/>
          <p:nvPr/>
        </p:nvSpPr>
        <p:spPr>
          <a:xfrm>
            <a:off x="3816430" y="3766929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Linie 5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6624FB1-06BA-FBD7-24B0-B903B2FF63F3}"/>
              </a:ext>
            </a:extLst>
          </p:cNvPr>
          <p:cNvSpPr/>
          <p:nvPr/>
        </p:nvSpPr>
        <p:spPr>
          <a:xfrm>
            <a:off x="3816430" y="3508511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US Echo V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F687845-BED5-9574-649B-B87E51F8B83B}"/>
              </a:ext>
            </a:extLst>
          </p:cNvPr>
          <p:cNvSpPr/>
          <p:nvPr/>
        </p:nvSpPr>
        <p:spPr>
          <a:xfrm>
            <a:off x="3816430" y="3261824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US Echo L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6F64E60-F239-FA31-6192-2802009F68DC}"/>
              </a:ext>
            </a:extLst>
          </p:cNvPr>
          <p:cNvSpPr/>
          <p:nvPr/>
        </p:nvSpPr>
        <p:spPr>
          <a:xfrm>
            <a:off x="3816430" y="2977167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US Echo R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2A30EC1-36D6-0C3E-EDF5-4797AA637319}"/>
              </a:ext>
            </a:extLst>
          </p:cNvPr>
          <p:cNvSpPr/>
          <p:nvPr/>
        </p:nvSpPr>
        <p:spPr>
          <a:xfrm>
            <a:off x="3816430" y="2708710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/>
              <a:t>Füllstand  Echo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DD436A5-B8F7-B413-4B99-D6A66246A34B}"/>
              </a:ext>
            </a:extLst>
          </p:cNvPr>
          <p:cNvSpPr/>
          <p:nvPr/>
        </p:nvSpPr>
        <p:spPr>
          <a:xfrm>
            <a:off x="6517821" y="2993367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GP2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E293A67-D7CC-4366-79C1-02C82D666DAD}"/>
              </a:ext>
            </a:extLst>
          </p:cNvPr>
          <p:cNvSpPr/>
          <p:nvPr/>
        </p:nvSpPr>
        <p:spPr>
          <a:xfrm>
            <a:off x="6517821" y="2708710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GP3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349E390A-7040-5D12-065F-737068BCFA78}"/>
              </a:ext>
            </a:extLst>
          </p:cNvPr>
          <p:cNvSpPr/>
          <p:nvPr/>
        </p:nvSpPr>
        <p:spPr>
          <a:xfrm>
            <a:off x="6517821" y="2450292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GP4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BE5211F-37B9-3B07-0B34-B69B7E83EBDB}"/>
              </a:ext>
            </a:extLst>
          </p:cNvPr>
          <p:cNvSpPr/>
          <p:nvPr/>
        </p:nvSpPr>
        <p:spPr>
          <a:xfrm>
            <a:off x="6517821" y="2203605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GP5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50225D7-1FAC-FCD8-2E4A-5AA27C665A05}"/>
              </a:ext>
            </a:extLst>
          </p:cNvPr>
          <p:cNvSpPr/>
          <p:nvPr/>
        </p:nvSpPr>
        <p:spPr>
          <a:xfrm>
            <a:off x="6517821" y="1918948"/>
            <a:ext cx="792000" cy="1554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GP28</a:t>
            </a:r>
          </a:p>
        </p:txBody>
      </p:sp>
    </p:spTree>
    <p:extLst>
      <p:ext uri="{BB962C8B-B14F-4D97-AF65-F5344CB8AC3E}">
        <p14:creationId xmlns:p14="http://schemas.microsoft.com/office/powerpoint/2010/main" val="1401578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Breitbild</PresentationFormat>
  <Paragraphs>38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Theresa Pelz</dc:creator>
  <cp:lastModifiedBy>Theresa Pelz</cp:lastModifiedBy>
  <cp:revision>1</cp:revision>
  <dcterms:created xsi:type="dcterms:W3CDTF">2026-06-21T08:19:20Z</dcterms:created>
  <dcterms:modified xsi:type="dcterms:W3CDTF">2026-06-24T11:58:01Z</dcterms:modified>
</cp:coreProperties>
</file>